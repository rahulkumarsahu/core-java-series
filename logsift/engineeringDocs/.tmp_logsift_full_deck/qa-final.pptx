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f0bba91d784f3a" /><Relationship Type="http://schemas.openxmlformats.org/officeDocument/2006/relationships/extended-properties" Target="/docProps/app.xml" Id="Re66159e4e4474d83" /><Relationship Type="http://schemas.openxmlformats.org/officeDocument/2006/relationships/officeDocument" Target="/ppt/presentation.xml" Id="R3a5200a714cd45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7918b77e0f47b7"/>
  </p:sldMasterIdLst>
  <p:notesMasterIdLst>
    <p:notesMasterId xmlns:r="http://schemas.openxmlformats.org/officeDocument/2006/relationships" r:id="Reeb51799eeb24966"/>
  </p:notesMasterIdLst>
  <p:sldIdLst>
    <p:sldId xmlns:r="http://schemas.openxmlformats.org/officeDocument/2006/relationships" id="256" r:id="Rc9cd1e33c2434fd7"/>
    <p:sldId xmlns:r="http://schemas.openxmlformats.org/officeDocument/2006/relationships" id="257" r:id="R75fd5ae920034d25"/>
    <p:sldId xmlns:r="http://schemas.openxmlformats.org/officeDocument/2006/relationships" id="258" r:id="R411a8a3ec406480b"/>
    <p:sldId xmlns:r="http://schemas.openxmlformats.org/officeDocument/2006/relationships" id="259" r:id="R9262eefa6ff148a0"/>
    <p:sldId xmlns:r="http://schemas.openxmlformats.org/officeDocument/2006/relationships" id="260" r:id="R7b22f203304e4246"/>
    <p:sldId xmlns:r="http://schemas.openxmlformats.org/officeDocument/2006/relationships" id="261" r:id="R019e1ae925004b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09a94ded554205" /><Relationship Type="http://schemas.openxmlformats.org/officeDocument/2006/relationships/slideMaster" Target="/ppt/slideMasters/slideMaster1.xml" Id="Re67918b77e0f47b7" /><Relationship Type="http://schemas.openxmlformats.org/officeDocument/2006/relationships/notesMaster" Target="/ppt/notesMasters/notesMaster1.xml" Id="Reeb51799eeb24966" /><Relationship Type="http://schemas.openxmlformats.org/officeDocument/2006/relationships/presProps" Target="/ppt/presProps.xml" Id="Rf9cac96573724d7a" /><Relationship Type="http://schemas.openxmlformats.org/officeDocument/2006/relationships/tableStyles" Target="/ppt/tableStyles.xml" Id="R9113322564554970" /><Relationship Type="http://schemas.openxmlformats.org/officeDocument/2006/relationships/slide" Target="/ppt/slides/slide1.xml" Id="Rc9cd1e33c2434fd7" /><Relationship Type="http://schemas.openxmlformats.org/officeDocument/2006/relationships/slide" Target="/ppt/slides/slide2.xml" Id="R75fd5ae920034d25" /><Relationship Type="http://schemas.openxmlformats.org/officeDocument/2006/relationships/slide" Target="/ppt/slides/slide3.xml" Id="R411a8a3ec406480b" /><Relationship Type="http://schemas.openxmlformats.org/officeDocument/2006/relationships/slide" Target="/ppt/slides/slide4.xml" Id="R9262eefa6ff148a0" /><Relationship Type="http://schemas.openxmlformats.org/officeDocument/2006/relationships/slide" Target="/ppt/slides/slide5.xml" Id="R7b22f203304e4246" /><Relationship Type="http://schemas.openxmlformats.org/officeDocument/2006/relationships/slide" Target="/ppt/slides/slide6.xml" Id="R019e1ae92500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172e2ccc924a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6324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649daedb484040" /><Relationship Type="http://schemas.openxmlformats.org/officeDocument/2006/relationships/notesMaster" Target="/ppt/notesMasters/notesMaster1.xml" Id="Rf3d176195f6e41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5fcfd0501144e3" /><Relationship Type="http://schemas.openxmlformats.org/officeDocument/2006/relationships/notesMaster" Target="/ppt/notesMasters/notesMaster1.xml" Id="R8e4cc4b2a7f945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4ac8917da64d14" /><Relationship Type="http://schemas.openxmlformats.org/officeDocument/2006/relationships/notesMaster" Target="/ppt/notesMasters/notesMaster1.xml" Id="R43d159e7fb9a4e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47b7f9144e4a84" /><Relationship Type="http://schemas.openxmlformats.org/officeDocument/2006/relationships/notesMaster" Target="/ppt/notesMasters/notesMaster1.xml" Id="R67215323fbe24b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509ff037414bb8" /><Relationship Type="http://schemas.openxmlformats.org/officeDocument/2006/relationships/notesMaster" Target="/ppt/notesMasters/notesMaster1.xml" Id="R6cd55ad9619b48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ba6f8eb9b24706" /><Relationship Type="http://schemas.openxmlformats.org/officeDocument/2006/relationships/notesMaster" Target="/ppt/notesMasters/notesMaster1.xml" Id="R1207d5e755f142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deck as one connected story. Avoid implementation detail on this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- /Users/rahulkumar/Documents/Project/logsift/engineeringDocs/final/logsift-architecture/03-failure-analysis-flow.md</a:t>
            </a:r>
          </a:p>
          <a:p xmlns:a="http://schemas.openxmlformats.org/drawingml/2006/main">
            <a:r>
              <a:t>- /Users/rahulkumar/Documents/Project/logsift/engineeringDocs/final/logsift-architecture/04-layer-3-rag-and-code-context.md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each box in one sentence. The central idea is learning patterns from trusted success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only teaching goal is why Jules and Lattice cannot share one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compare, expand, remove repetition, and keep the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/Users/rahulkumar/Documents/Project/logsift/engineeringDocs/final/logsift-architecture/03-failure-analysis-flow.md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RAG in plain language. Exact search, vector search, and the code graph are complementary, not competing options.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/Users/rahulkumar/Documents/Project/logsift/engineeringDocs/final/logsift-architecture/04-layer-3-rag-and-code-context.md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three outputs: normal baseline, evidence pack, grounded RCA.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- /Users/rahulkumar/Documents/Project/logsift/engineeringDocs/final/logsift-architecture/03-failure-analysis-flow.md</a:t>
            </a:r>
          </a:p>
          <a:p xmlns:a="http://schemas.openxmlformats.org/drawingml/2006/main">
            <a:r>
              <a:t>- /Users/rahulkumar/Documents/Project/logsift/engineeringDocs/final/logsift-architecture/04-layer-3-rag-and-code-context.md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d8de2e588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ef994cae3443b" /><Relationship Type="http://schemas.openxmlformats.org/officeDocument/2006/relationships/slideLayout" Target="/ppt/slideLayouts/slideLayout1.xml" Id="Rfb31ddc1c2fd4e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31ddc1c2fd4e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6324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21e9040f14f48" /><Relationship Type="http://schemas.openxmlformats.org/officeDocument/2006/relationships/notesSlide" Target="/ppt/notesSlides/notesSlide1.xml" Id="R7abf05ecb02344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6d7762fd94882" /><Relationship Type="http://schemas.openxmlformats.org/officeDocument/2006/relationships/notesSlide" Target="/ppt/notesSlides/notesSlide2.xml" Id="R97b9eeb4a0b14c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a173ea16442a5" /><Relationship Type="http://schemas.openxmlformats.org/officeDocument/2006/relationships/notesSlide" Target="/ppt/notesSlides/notesSlide3.xml" Id="Rec855187dd214a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91b8a5a22481d" /><Relationship Type="http://schemas.openxmlformats.org/officeDocument/2006/relationships/notesSlide" Target="/ppt/notesSlides/notesSlide4.xml" Id="R5290caaf75c844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a618d24f94e8c" /><Relationship Type="http://schemas.openxmlformats.org/officeDocument/2006/relationships/notesSlide" Target="/ppt/notesSlides/notesSlide5.xml" Id="Rd9a5cda93a0943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3e819c97545dc" /><Relationship Type="http://schemas.openxmlformats.org/officeDocument/2006/relationships/notesSlide" Target="/ppt/notesSlides/notesSlide6.xml" Id="R3d70922d61aa4f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7A824-0021-414F-9681-F8923A6F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85FD0-32BC-43C0-B70F-5C3E4550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7E90A-30BF-4C54-976A-F6C10C54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47466-67DE-4D5F-98BF-75EE9A25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B2099-2480-489A-A646-5207994D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D1C0-6AE3-4913-BF5E-EEABB0D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2621A-CA70-42D9-854A-3A79C727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B3FE6-B4EF-46D9-AFDE-5A97F8DE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D4C5D-37A4-4203-8AFE-E85EA747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DC6B5-BA13-40E8-9711-353CCBB6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25676-4E5E-494A-B1D8-B08481E8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24B29-21F8-4001-99DA-EB0B33D3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D13AE-4CA9-43E4-BD46-D792C2AE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LOGSIFT · THREE-PHASE OVERVIEW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8CC25-1912-4C53-A923-52A4D18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8D535-6FF9-45C1-A1C7-4BB85FD9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5E6F3-EFE7-44AA-8322-C77581CB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104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DDF1E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3 PHASES</a:t>
            </a:r>
          </a:p>
        </p:txBody>
      </p:sp>
      <p:sp>
        <p:nvSpPr>
          <p:cNvPr id="17" name="deck-title">
            <a:extLst xmlns:a="http://schemas.openxmlformats.org/drawingml/2006/main">
              <a:ext uri="{FF2B5EF4-FFF2-40B4-BE49-F238E27FC236}">
                <a16:creationId xmlns:a16="http://schemas.microsoft.com/office/drawing/2014/main" id="{35FA2630-6AE0-43A9-9CD2-904FF23B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76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9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Logsift turns CI/CD logs into a clear root-cause 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3BAA4-8664-4F93-BDF4-29402A8C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A lightweight mental model: learn normal, reduce failure noise, then retrieve trusted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F0F1E-1AF2-4805-8627-249FA9AC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LEARN NORMAL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5DCA1-1BF9-42DB-B1EF-54AC0182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E20CE-39BA-46AD-AC93-09E57898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FIND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44204-C5DD-4E93-846B-0048454F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073EA-3A3B-4111-A1CB-30DE98A8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ADD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3E2149-1C00-46FA-A80C-FFF01DD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33900"/>
            <a:ext cx="5829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8A028-2CE6-4022-BE47-241DBB85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829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WHOLE IDEA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Every phase makes the problem smaller and the final answer more trustworthy.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C9FC6-59B8-4C0D-8CAC-35B0D84D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For junior engineers · three simple flows · one connected system</a:t>
            </a:r>
          </a:p>
        </p:txBody>
      </p:sp>
    </p:spTree>
    <p:extLst>
      <p:ext uri="{BB962C8B-B14F-4D97-AF65-F5344CB8AC3E}">
        <p14:creationId xmlns:p14="http://schemas.microsoft.com/office/powerpoint/2010/main" val="1345328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8F7253-50F1-48D9-9E66-29F7DFE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81DA4-A0E6-4D9E-96E4-157CF3F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2057A-C7F3-4851-8184-5ADF18F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B478D-2F7C-45F2-AA99-1CBF7D6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BF100-8463-490B-83DA-B64D120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D76D-1554-4E78-828F-F6A720C6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A1471-D564-4600-A9CE-C424122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E4CC7-C982-441A-B043-EB36DE4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5F4C0-E457-4729-9209-A300DDC9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A2B43-6364-41AB-AF80-22056B1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F7830-CAE2-4FC3-AB9E-B5DD225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EB54E-8CDF-4469-BD9E-1ED76B6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5178A-B2AB-43D9-910D-DA3220A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LEARN NORMAL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8E47E-C47F-4190-BB8D-9689F18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FC959-DDDB-491E-9011-891B2EC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5C4F0-2A37-4A96-B5F9-97CFB03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1 learns normal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C15DC-B21C-4A83-B80F-A21BDE8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AB97-68AF-4C82-9730-90E0AC4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Only trusted, complete success logs can update the baseline.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73B29-8184-43A7-931E-1FFC27F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1181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Trusted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118C4-8425-4144-918C-E95DADE6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22612-BBBB-4C91-90CD-8190487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9075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Detect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13947-0AC5-4155-B5A0-728BCCEA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980FD-6C8A-4CDE-9165-40BFAC4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90750"/>
            <a:ext cx="1200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4A146-5A2A-4676-9E25-1BD5628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ED0C0-578B-4882-AF18-88111A3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Redact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42513-5AEE-4E06-9384-91F8615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3398D-B552-4077-BEE7-0A0B0486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971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CEBF5-61F0-4696-AADF-578E39F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A62FD-555B-4073-9BAA-E33607B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Drain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D3D08-B39F-4EF1-ABB2-0A2CDA49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F46AD-83D0-4D08-AFCB-8672E32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Store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7F531-E867-4399-B57D-071A681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AC7D2-DBFE-4B91-8450-3169628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19075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Publish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01271-EBAB-40A5-8411-38CE1FF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58A86"/>
                </a:solidFill>
                <a:latin typeface="Aptos Mono"/>
                <a:ea typeface="Aptos Mono"/>
                <a:cs typeface="Aptos Mono"/>
              </a:rPr>
              <a:t>SIMPLE DEFINITIONS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DA0694-D279-498E-9882-D6390A2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A0EBD-67EB-4961-A0F3-4FE32E1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481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Normalize formatting · redact secrets · mask values that change every run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2B74E-3725-4CC1-8FFF-B49B683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844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D2F3B2-698C-42AA-AD57-71D2D0CC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767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Drain groups repeated message shapes into reusable templates.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CF06DF-A29F-40EE-8B5C-3D633CB7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276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406BE8-BE66-4962-9EDE-9195DB7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197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848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KEY FILES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baseline.json · templates.json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drain3_state.json · template_stats.json</a:t>
            </a:r>
          </a:p>
        </p:txBody>
      </p:sp>
    </p:spTree>
    <p:extLst>
      <p:ext uri="{BB962C8B-B14F-4D97-AF65-F5344CB8AC3E}">
        <p14:creationId xmlns:p14="http://schemas.microsoft.com/office/powerpoint/2010/main" val="107964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8A0673-E624-40A7-A986-3611B50C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C5F4A-E675-442C-9AF1-B5A11CA5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D6B30-689E-4E97-B892-FC71C17A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E0295-F997-4303-B915-A067F09B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29A7D-3D79-427E-874B-48030B7B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A1DDA-AB04-469A-B16D-FE318449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33773-5821-475D-9136-9B8A867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57339-C2DC-4D83-A20F-926FD3FA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54D77-D312-484A-AB8B-B8345A72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DF0F6-0F17-4F0B-AE85-1DCCD241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449F2-A987-4DDE-9405-0CDC7F4C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715D1-3689-4717-9FCE-38AFAF5F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89597-554C-4930-8A78-1752BFB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KEEP SOURCES SEPARATE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A530C-D6D3-49D0-A27E-28322DCC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6A059-7CD4-43DF-99F9-5532B842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B2E89C-4ED8-4F0E-874F-26ABC59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Jules and Lattice learn separately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E755B-46C8-4BED-8D88-E8A7DD11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ABE86-3E61-44C1-B057-B6A7E75B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They use the same Logsift pipeline, but their execution order is different.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9B2EA-D928-407D-BA1B-3DCE49A1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764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JULES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300ED-6F4E-4226-90EC-22750263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DDF1E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SEQUENTIAL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FC66C-2306-46E6-A1D6-E7B919EA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42392-CB59-4C17-80D9-D9A5997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193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354F1-B3F5-4DCA-BE37-3FE6B765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49E1FD-8959-496A-931D-3816BED4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19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A02E8C-8D39-4735-BE65-D24499B3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DDB49-E4BA-429B-9A29-E20B8461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Stages run one after another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Nearby lines usually belong together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Compare inside the same stage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59FE7D-920A-4696-82E2-7CC3B889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286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…/payment-api/JULES/v17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5A7AB-319C-45F9-8185-7B90C295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9525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D8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85FD7-8796-4848-8E30-63598AC0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7057A6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7057A6"/>
                </a:solidFill>
                <a:latin typeface="Aptos Mono"/>
                <a:ea typeface="Aptos Mono"/>
                <a:cs typeface="Aptos Mono"/>
              </a:rPr>
              <a:t>LATTICE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33E8C-B767-4DDE-8271-C5A6C267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95450"/>
            <a:ext cx="13716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ECE5F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0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057A6"/>
                </a:solidFill>
                <a:latin typeface="Aptos"/>
                <a:ea typeface="Aptos"/>
                <a:cs typeface="Aptos"/>
              </a:rPr>
              <a:t>PARALLEL DAG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56767-198C-4825-B928-15CA75F7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05754E-03DF-4347-BFE4-E2C4ED55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765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04F274-B6F0-4CF7-857E-0A6EF0B1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21A22E-D4DE-4814-9ED3-4F5A2F80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9AD27-0875-4B21-AB1D-CC1B0E6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764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0C8265-437D-40EC-9659-A1CFC33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860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0D0AA5-3303-45DB-A899-73C0B0A8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28875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314A5-C45D-4FB0-B2A0-7F0746EA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4533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DAG nodes may run together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Physical lines can interleave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Compare the same node + attempt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FAFB1E-043F-41AC-BF21-64CE3E28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57750"/>
            <a:ext cx="4533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…/payment-api/LATTICE/v17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09FAE4-AA47-444B-8B16-75281EF6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912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F6C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6C4F"/>
                </a:solidFill>
                <a:latin typeface="Aptos"/>
                <a:ea typeface="Aptos"/>
                <a:cs typeface="Aptos"/>
              </a:rPr>
              <a:t>Baseline key: seal_id + project_id + repo_id + source_type</a:t>
            </a:r>
          </a:p>
        </p:txBody>
      </p:sp>
    </p:spTree>
    <p:extLst>
      <p:ext uri="{BB962C8B-B14F-4D97-AF65-F5344CB8AC3E}">
        <p14:creationId xmlns:p14="http://schemas.microsoft.com/office/powerpoint/2010/main" val="467218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8F7253-50F1-48D9-9E66-29F7DFE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81DA4-A0E6-4D9E-96E4-157CF3F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2057A-C7F3-4851-8184-5ADF18F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B478D-2F7C-45F2-AA99-1CBF7D6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BF100-8463-490B-83DA-B64D120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D76D-1554-4E78-828F-F6A720C6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A1471-D564-4600-A9CE-C424122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E4CC7-C982-441A-B043-EB36DE4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5F4C0-E457-4729-9209-A300DDC9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A2B43-6364-41AB-AF80-22056B1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F7830-CAE2-4FC3-AB9E-B5DD225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EB54E-8CDF-4469-BD9E-1ED76B6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5178A-B2AB-43D9-910D-DA3220A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PHASE 2 · REDUCE FAILURE NOISE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8E47E-C47F-4190-BB8D-9689F18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FC959-DDDB-491E-9011-891B2EC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5C4F0-2A37-4A96-B5F9-97CFB03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2 keeps the evidence that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C15DC-B21C-4A83-B80F-A21BDE8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AB97-68AF-4C82-9730-90E0AC4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A failed run is compared with the right successful baseline.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73B29-8184-43A7-931E-1FFC27F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1181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Failed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118C4-8425-4144-918C-E95DADE6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22612-BBBB-4C91-90CD-8190487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9075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Same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13947-0AC5-4155-B5A0-728BCCEA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980FD-6C8A-4CDE-9165-40BFAC4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90750"/>
            <a:ext cx="1200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Find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4A146-5A2A-4676-9E25-1BD5628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ED0C0-578B-4882-AF18-88111A3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LogDiff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42513-5AEE-4E06-9384-91F8615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3398D-B552-4077-BEE7-0A0B0486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971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Expand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CEBF5-61F0-4696-AADF-578E39F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A62FD-555B-4073-9BAA-E33607B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Build 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dedup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D3D08-B39F-4EF1-ABB2-0A2CDA49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F46AD-83D0-4D08-AFCB-8672E32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Rank 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trim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7F531-E867-4399-B57D-071A681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AC7D2-DBFE-4B91-8450-3169628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19075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Evidence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01271-EBAB-40A5-8411-38CE1FF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SIMPLE DEFINITIONS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DA0694-D279-498E-9882-D6390A2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F6C4F"/>
                </a:solidFill>
                <a:latin typeface="Aptos"/>
                <a:ea typeface="Aptos"/>
                <a:cs typeface="Aptos"/>
              </a:rPr>
              <a:t>LOGDIFF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A0EBD-67EB-4961-A0F3-4FE32E1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481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templates.json is the main LogDiff input; stats add counts and support.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2B74E-3725-4CC1-8FFF-B49B683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844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F6C4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D2F3B2-698C-42AA-AD57-71D2D0CC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767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Group nearby lines, remove repeats, rank useful blocks, then fit the token budget.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CF06DF-A29F-40EE-8B5C-3D633CB7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276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406BE8-BE66-4962-9EDE-9195DB7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197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959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LARGE LOGS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Read indexed ranges only—never load or send the whole log.</a:t>
            </a:r>
          </a:p>
        </p:txBody>
      </p:sp>
    </p:spTree>
    <p:extLst>
      <p:ext uri="{BB962C8B-B14F-4D97-AF65-F5344CB8AC3E}">
        <p14:creationId xmlns:p14="http://schemas.microsoft.com/office/powerpoint/2010/main" val="107964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8F7253-50F1-48D9-9E66-29F7DFE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81DA4-A0E6-4D9E-96E4-157CF3F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2057A-C7F3-4851-8184-5ADF18F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B478D-2F7C-45F2-AA99-1CBF7D6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BF100-8463-490B-83DA-B64D120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D76D-1554-4E78-828F-F6A720C6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A1471-D564-4600-A9CE-C424122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E4CC7-C982-441A-B043-EB36DE4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5F4C0-E457-4729-9209-A300DDC9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A2B43-6364-41AB-AF80-22056B1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F7830-CAE2-4FC3-AB9E-B5DD225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EB54E-8CDF-4469-BD9E-1ED76B6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5178A-B2AB-43D9-910D-DA3220A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057A6"/>
                </a:solidFill>
                <a:latin typeface="Aptos Mono"/>
                <a:ea typeface="Aptos Mono"/>
                <a:cs typeface="Aptos Mono"/>
              </a:rPr>
              <a:t>PHASE 3 · ADD TRUSTED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8E47E-C47F-4190-BB8D-9689F18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FC959-DDDB-491E-9011-891B2EC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5C4F0-2A37-4A96-B5F9-97CFB03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3 connects evidence to knowledge and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C15DC-B21C-4A83-B80F-A21BDE8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0">
            <a:solidFill>
              <a:srgbClr val="7057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AB97-68AF-4C82-9730-90E0AC4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RAG searches trusted context before the model explains the failure.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73B29-8184-43A7-931E-1FFC27F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1181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Evidence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118C4-8425-4144-918C-E95DADE6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22612-BBBB-4C91-90CD-8190487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9075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Extract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13947-0AC5-4155-B5A0-728BCCEA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980FD-6C8A-4CDE-9165-40BFAC4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90750"/>
            <a:ext cx="1200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Exact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4A146-5A2A-4676-9E25-1BD5628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ED0C0-578B-4882-AF18-88111A3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Vector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42513-5AEE-4E06-9384-91F8615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3398D-B552-4077-BEE7-0A0B0486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971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Code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CEBF5-61F0-4696-AADF-578E39F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A62FD-555B-4073-9BAA-E33607B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Filter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D3D08-B39F-4EF1-ABB2-0A2CDA49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F46AD-83D0-4D08-AFCB-8672E32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Rerank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7F531-E867-4399-B57D-071A681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AC7D2-DBFE-4B91-8450-3169628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19075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Grounded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01271-EBAB-40A5-8411-38CE1FF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057A6"/>
                </a:solidFill>
                <a:latin typeface="Aptos Mono"/>
                <a:ea typeface="Aptos Mono"/>
                <a:cs typeface="Aptos Mono"/>
              </a:rPr>
              <a:t>SIMPLE DEFINITIONS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DA0694-D279-498E-9882-D6390A2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57A6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A0EBD-67EB-4961-A0F3-4FE32E1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481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Search runbooks, incidents, configuration, and code before asking the model.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2B74E-3725-4CC1-8FFF-B49B683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09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844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57A6"/>
                </a:solidFill>
                <a:latin typeface="Aptos"/>
                <a:ea typeface="Aptos"/>
                <a:cs typeface="Aptos"/>
              </a:rPr>
              <a:t>VECTOR DB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D2F3B2-698C-42AA-AD57-71D2D0CC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767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Finds similar meaning; exact search still handles errors, symbols, and file names.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CF06DF-A29F-40EE-8B5C-3D633CB7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276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406BE8-BE66-4962-9EDE-9195DB7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197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925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CODE SAFETY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Return permitted code from the same repository and failed commit.</a:t>
            </a:r>
          </a:p>
        </p:txBody>
      </p:sp>
    </p:spTree>
    <p:extLst>
      <p:ext uri="{BB962C8B-B14F-4D97-AF65-F5344CB8AC3E}">
        <p14:creationId xmlns:p14="http://schemas.microsoft.com/office/powerpoint/2010/main" val="107964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3B4041-1804-4332-90C1-820203D4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6EC93-4CC5-46B0-B5EF-6BF53B1A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59321-62FD-4824-AA7F-4E49F1D6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C77DA-FD92-46DF-B674-4C2E5103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8C7E6-FE0A-4ABB-9E1A-D97500E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6A29B-047F-45D8-8E37-D5166BAD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023E8-542C-4B96-ACAD-DFACD5C5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84A09-4785-466E-BFF3-B038B2D3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E6314-764C-4850-B022-4A153B6F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69F69-7AF8-4953-A4B5-F0F125DF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7BE21-E8C4-4D54-AF4C-A9BB5EB1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B0541-772F-4D75-AE44-C1B5F8D5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045CE-C2A7-49D0-BB67-1CD89C9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LOGSIFT · COMPLETE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671CA-B1A2-4085-A4C7-7E5DE38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FE529-1F8A-4534-A01D-FDA58059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E814E-C29B-4F7A-9241-17A87761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Three phases produce a grounded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C6B42-C62A-4C28-A0D0-C0EE57B7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26B5D-82F2-45BC-BABA-45D5A924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Each phase has one job and passes a smaller, safer output to the next.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1CAF1-1CAF-462C-85D7-722CD20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CI/CD LOGS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 + 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14A9D-EE04-4828-A668-873C700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050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D7C73-DCD0-4BF7-8941-2E234914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24050"/>
            <a:ext cx="2286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NORMAL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AFB55-A039-4B3D-A683-076596F7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43013-C841-4836-918B-A1CAACB0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EVIDENCE PACK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2DC40-D0EE-464B-8965-84F4BAE0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152B3-00D9-46D8-BF60-66EA1CC2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3835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96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GROUNDED RCA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7BFC2A-BEFD-41D4-AF61-A8DFD2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7057A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057A6"/>
                </a:solidFill>
                <a:latin typeface="Aptos Mono"/>
                <a:ea typeface="Aptos Mono"/>
                <a:cs typeface="Aptos Mono"/>
              </a:rPr>
              <a:t>REMEMBER THESE FOUR THINGS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5D26D-4111-47E2-9684-2BF81BDA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Jules ≠ Lattice 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41BD0-8FA6-4CA6-AF01-C3BB3667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243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17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Secrets removed before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09EB0B-AA29-41E0-8B39-2BE241B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48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Full logs never go to the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DCA10-22B5-4F26-AB99-16E36559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243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17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Code matches the failed commit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85E6B8-8FFF-42E8-B980-B5C86394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67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2940B0-DDF8-498C-8032-A072B00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WHAT LOGSIFT SAVES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 · evidence pack · cited knowledge and code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4FA65-0693-4E63-AF21-3A30E16B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5148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190500" tIns="171450" rIns="190500" bIns="152400" anchor="ctr">
            <a:normAutofit fontScale="97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WHAT THE ENGINEER GETS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 short, traceable explanation with evidence and clear next checks.</a:t>
            </a:r>
          </a:p>
        </p:txBody>
      </p:sp>
    </p:spTree>
    <p:extLst>
      <p:ext uri="{BB962C8B-B14F-4D97-AF65-F5344CB8AC3E}">
        <p14:creationId xmlns:p14="http://schemas.microsoft.com/office/powerpoint/2010/main" val="1037825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6324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2026-08-23T19:23:46.9410000Z</dcterms:created>
  <dcterms:modified xsi:type="dcterms:W3CDTF">2026-08-23T19:23:46.9410000Z</dcterms:modified>
</coreProperties>
</file>